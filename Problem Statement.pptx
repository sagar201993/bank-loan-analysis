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E2A542F-6E2D-E48B-1AAA-C2A5D46A1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6" y="850767"/>
            <a:ext cx="10582274" cy="557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3A54E4-95F4-3FAD-65D2-295A28AEC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844417"/>
            <a:ext cx="10606875" cy="554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215B516-D87F-6C02-71F3-A260CAEDC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876169"/>
            <a:ext cx="11049000" cy="572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Munish Sagar</cp:lastModifiedBy>
  <cp:revision>13</cp:revision>
  <dcterms:created xsi:type="dcterms:W3CDTF">2023-10-07T01:44:58Z</dcterms:created>
  <dcterms:modified xsi:type="dcterms:W3CDTF">2025-11-24T15:24:29Z</dcterms:modified>
</cp:coreProperties>
</file>